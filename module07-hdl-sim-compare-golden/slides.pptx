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golden is an expected value or trace you trust. Golden compare means reading the design at a known time—often cursor one—and checking it against that expectation. It is the simplest self-check before you build a full scoreboard: did q match the hex you wrote down?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signal, place cursor one at the check time, read the value with a clear radix, and compare to the golden. A mismatch is not failure of the method—it is information: wrong time, wrong signal, wrong radix, or real DUT bug. Match means you earned a ready status for that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golden lab, load the starter that already compares at cursor one. Change the cursor or the expected value and watch the compare fail, then restore a passing check. Challenges train you to compare the right net at the right time—not just to hit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public IDE, run a tiny counter to a known time, place cursor one, and write down the expected q in hex before you look. Then read the wave and compare. Optional stretch: change the testbench stimulus and update the golden deliberately so you see a real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compare at the wrong cursor or before the edge you meant. Do not mix binary expectations with hex displays. Do not treat a concept-lab pass as proof of silicon. And do not skip naming which signal was compared—orphaned goldens confuse future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Perform one golden compare at cursor one on a tiny DUT. When you are ready, take the short quiz, then continue to the style and synth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Golden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golden is an expected value or trace you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compare golden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Compare at a 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Pick the signal, place cursor one at the check time, read the value with a clear radix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mismatch is not failure of the method, it is information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means you earned a ready status for that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compare golden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compare golden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Public simulator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public IDE, run a tiny counter to a known time, place cursor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read the wave and compare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 stretch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compare golden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compare at the wrong cursor or before the edge you meant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binary expectations with hex displays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a concept-lab pass as proof of silicon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do not skip naming which signal was compared, orphaned goldens confuse future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compare golden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Perform one golden compare at cursor one on a tiny DUT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the style and synth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compare golden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