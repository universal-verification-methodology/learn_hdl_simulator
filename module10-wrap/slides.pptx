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 now have a working map of the browser HDL Simulator path. You can name the IDE panes, control a tiny DUT with Run, Stop, and Reset, step and continue with a halt mindset, poke and force safely, read waves with cursors, link multi-file projects, and golden-compare at a cursor—then practice freely in the public 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Files, Hierarchy, Signals, Wave, and Console are reusable in almost any HDL IDE. Soft poke versus sticky force, and releasing when done, transfers to professional tools. Golden compare at a known time is the seed of stronger checking. Style and synth awareness keeps sim-only habits from becoming silicon surprises.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you mainly used browser labs, open the public IDE and recreate one tour plus waves session. If you mainly used the public simulator, revisit any hdl-sim lab for graded challenges. Either way, confirm you can open the public simulator without getting lost.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offline compile and sim fidelity, continue to learn Icarus Verilog or learn Verilator. For protocol bring-up, UART, SPI, and I²C courses reuse the same wave and TB habits. For deeper SystemVerilog and UVM, climb the syllabus ladder when you are ready.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Prefer tiny DUTs when learning tools. Read the Console before blaming the RTL. Never leave forces on. Know which file is top. And remember: literacy labs teach the moves; real confidence comes from time in the IDE and, later, in offline simulators.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off the wrap checklist. You finished the learn HDL simulator path. Open the public IDE once more if you want a victory lap, then pick the next course that matches your goal—language depth, offline sim, or protocols.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Simulator path complete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You now have a working map of the browser HDL Simulator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learn_hdl_simulator — wrap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Skills you can reuse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Files, Hierarchy, Signals, Wave, and Console are reusable in almost any HDL IDE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Soft poke versus sticky force, and releasing when done, transfers to professional tools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 compare at a known time is the seed of stronger checking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Style and synth awareness keeps sim-only habits from becoming silicon surprises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learn_hdl_simulator — wrap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Dual-track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If you mainly used browser labs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If you mainly used the public simulator, revisit any hdl-sim lab for graded challenges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Either way, confirm you can open the public simulator without getting lost</a:t>
            </a:r>
          </a:p>
        </p:txBody>
      </p:sp>
      <p:pic>
        <p:nvPicPr>
          <p:cNvPr id="4" name="Picture 3" descr="tools-ind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715214"/>
            <a:ext cx="5394960" cy="379333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learn_hdl_simulator — wrap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Where to go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For offline compile and sim fidelity, continue to learn Icarus Verilog or learn Verilator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For protocol bring-up, UART, SPI, and I²C courses reuse the same wave and TB habits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For deeper SystemVerilog and UVM, climb the syllabus ladder when you are ready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learn_hdl_simulator — wrap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Mindset to keep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Prefer tiny DUTs when learning tools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Read the Console before blaming the RTL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Never leave forces on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Know which file is top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And remember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learn_hdl_simulator — wrap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Closing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Check off the wrap checklist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You finished the learn HDL simulator path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Open the public IDE once more if you want a victory lap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learn_hdl_simulator — wrap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