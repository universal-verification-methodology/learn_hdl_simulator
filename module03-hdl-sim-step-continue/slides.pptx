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is coarse. When something looks wrong, you need finer control: Step advances one conceptual time unit and pauses; Continue runs until a breakpoint, a system stop, or the end of a short window. Together with a halt, that triad is how you walk a bug without staring at a free-running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breakpoint pauses Continue when simulation time reaches a chosen tick. A system stop from the testbench is like a dynamic breakpoint—it halts the run so you can inspect. Practice all three moves: one Step, one Continue that hits a stop point, and recognizing that you are halted—not still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load the starter where Step and Continue-to-breakpoint are already practiced, then try idle at time zero with a breakpoint armed. Step once, then Continue until the breakpoint hits. Challenges lock in the difference between a single Step and a Continue that runs to a halt.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public IDE, set or use whatever stop or breakpoint style the tool offers, then Step through a few edges of a tiny counter. Continue until you hit a deliberate stop in the testbench or a breakpoint you set. Say whether you are paused after Step, continuing, or halted—and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mash Run when you meant Step—you will overshoot the interesting edge. Do not forget that Continue without a stop condition can race to the end of the window. And do not confuse a halted session with a crashed compile; check Console if nothing advances.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Practice Step, Continue, and a halt once each. When you are ready, take the short quiz, then continue to poke, force, and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Step &amp; continue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Run is coarse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step continue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Breakpoints and halt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breakpoint pauses Continue when simulation time reaches a chosen tick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system stop from the testbench is like a dynamic breakpoint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Practice all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step continue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50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step continue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Public simulator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public IDE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until you hit a deliberate stop in the testbench or a breakpoint you set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Say whether you are paused after Step, continuing, or halted,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step continue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mash Run when you meant Step, you will overshoot the interesting edge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forget that Continue without a stop condition can race to the end of the window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do not confuse a halted session with a crashed compile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step continue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Practice Step, Continue, and a halt once each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poke, force, and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step continue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