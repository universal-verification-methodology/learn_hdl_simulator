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Waves turn time into a picture. You add signals from a scope, run or step, then read values with cursors. Cursor one and cursor two let you measure intervals; radix changes how numbers appear—binary, hex, or unsigned. Full-sim waves means you are reading a real timeline, not a static sketch.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a scope in Hierarchy, select signals, and add them to the wave pane. Place cursor one at an interesting edge; place cursor two to measure a delay or pulse width. Switch radix when hex is clearer than a long binary string. Zoom so the region you care about fills the view without losing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waves lab, load the starter with signals already on the wave and cursors placed. Practice adding a signal, moving cursors, and changing radix until the challenges pass. Treat the verdict as a coach: it tells you whether the wave set and cursors match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public IDE, add clock, reset, and a data output to the wave. Run a short window, set two cursors around one interesting transition, and read the value at cursor one in hex. If a signal is missing, go back to Hierarchy and Signals—waves only show what you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debug from Console alone when the bug is timing—open the wave. Do not forget which cursor is active when you read a value. Do not overload the pane with every net in the design; start with clock, reset, and the outputs you own. And remember concept labs animate literacy—the public IDE is where real TB time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Add signals, place two cursors, and read one value with a sensible radix. When you are ready, take the short quiz, then continue to multi-file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Full-sim waves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Waves turn time into a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hdl sim waves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Add, cursor, radix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Pick a scope in Hierarchy, select signals, and add them to the wave pane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Place cursor one at an interesting edge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Switch radix when hex is clearer than a long binary string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Zoom so the region you care about fills the view without losing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hdl sim waves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502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hdl sim waves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Public simulator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public IDE, add clock, reset, and a data output to the wave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a short window, set two cursors around one interesting transition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a signal is missing, go back to Hierarchy and Signals, waves only show what you added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hdl sim waves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debug from Console alone when the bug is timing, open the wave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forget which cursor is active when you read a value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overload the pane with every net in the design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 concept labs animate literacy, the public IDE is where real TB time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hdl sim waves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Add signals, place two cursors, and read one value with a sensible radix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multi-file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learn_hdl_simulator — hdl sim waves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